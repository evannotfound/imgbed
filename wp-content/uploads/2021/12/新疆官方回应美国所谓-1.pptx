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91369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870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522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225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678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60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92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71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79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55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350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2567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905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709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82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9751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7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F7FE1D2-2D3E-40F5-8956-83DED44EC66E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C924716-9BE6-4AA6-BAD2-31D5ACE3B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161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3C689-BCE8-4E2B-AA7D-B579D8C6D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新疆官方回应美国所谓“强迫劳动预防法”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FB6AB7-BED1-42E2-A63E-483D678AE6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8529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C95D7-1E2F-4297-B71B-CE8A0781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事件主体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AD52E-31FB-40CA-8770-BBBE3333CE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25</a:t>
            </a:r>
            <a:r>
              <a:rPr lang="zh-CN" altLang="en-US" dirty="0"/>
              <a:t>日，第</a:t>
            </a:r>
            <a:r>
              <a:rPr lang="en-US" altLang="zh-CN" dirty="0"/>
              <a:t>65</a:t>
            </a:r>
            <a:r>
              <a:rPr lang="zh-CN" altLang="en-US" dirty="0"/>
              <a:t>场涉疆问题新闻发布会在京举行，针对近日美国执意出台所谓“维吾尔强迫劳动预防法”，公然插手新疆事务，干涉中国内政，妄图实现“以疆制华”图谋。在今天的涉疆问题新闻发布会上，新疆维吾尔自治区人民政府新闻发言人徐贵相表示，这是霸凌主义的体现，强盗逻辑的延伸，冷战思维的复活，是完全错误的，是不得人心的危险之举。徐贵相说，所谓的“维吾尔强迫劳动预防法”严重歪曲了新疆劳动状况实际。新疆认真落实</a:t>
            </a:r>
            <a:r>
              <a:rPr lang="en-US" altLang="zh-CN" dirty="0"/>
              <a:t>《</a:t>
            </a:r>
            <a:r>
              <a:rPr lang="zh-CN" altLang="en-US" dirty="0"/>
              <a:t>中华人民共和国宪法</a:t>
            </a:r>
            <a:r>
              <a:rPr lang="en-US" altLang="zh-CN" dirty="0"/>
              <a:t>》《</a:t>
            </a:r>
            <a:r>
              <a:rPr lang="zh-CN" altLang="en-US" dirty="0"/>
              <a:t>中华人民共和国劳动法</a:t>
            </a:r>
            <a:r>
              <a:rPr lang="en-US" altLang="zh-CN" dirty="0"/>
              <a:t>》《</a:t>
            </a:r>
            <a:r>
              <a:rPr lang="zh-CN" altLang="en-US" dirty="0"/>
              <a:t>中华人民共和国劳动合同法</a:t>
            </a:r>
            <a:r>
              <a:rPr lang="en-US" altLang="zh-CN" dirty="0"/>
              <a:t>》</a:t>
            </a:r>
            <a:r>
              <a:rPr lang="zh-CN" altLang="en-US" dirty="0"/>
              <a:t>等法律法规精神，把劳动关系的建立、运行、监督、调处纳入法治化轨道，深入开展常态化劳动执法检查，严厉禁止以暴力、威胁或非法限制人身自由为手段强迫劳动。</a:t>
            </a:r>
          </a:p>
        </p:txBody>
      </p:sp>
    </p:spTree>
    <p:extLst>
      <p:ext uri="{BB962C8B-B14F-4D97-AF65-F5344CB8AC3E}">
        <p14:creationId xmlns:p14="http://schemas.microsoft.com/office/powerpoint/2010/main" val="274963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66B0E-7FA0-49FE-B7F7-618A3F31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新疆的道路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797A8A-AEEC-43B7-BD60-07E93D9327C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新疆秉持让人民群众过上美好生活的理念，切实尊重和保障新疆各族群众的劳动权益，出台了一系列积极的就业政策，搭建了一系列就业平台，提供了大量的就业岗位，使各族群众能够通过辛勤劳动、通过自己的双手创造美好生活，过上好日子。在此过程中，新疆坚决反对任何形式的民族歧视，严禁任何形式的强迫劳动，确保了各族群众都在阳光下体面劳动。</a:t>
            </a:r>
          </a:p>
        </p:txBody>
      </p:sp>
    </p:spTree>
    <p:extLst>
      <p:ext uri="{BB962C8B-B14F-4D97-AF65-F5344CB8AC3E}">
        <p14:creationId xmlns:p14="http://schemas.microsoft.com/office/powerpoint/2010/main" val="3550826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6C82D-4606-4216-8F51-2E74D9842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对于“维吾尔强迫劳动预防法”的反驳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05AB7-3560-48E4-811E-33F80247644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强迫劳动指“以任何惩罚相威胁，强迫任何人从事非本人自愿的一切工作或劳务，需同时满足“非自愿”“以惩罚相威胁”和“工作或劳务”等三大要素。根据这些规定来看，新疆根本不存在“强迫劳动”问题。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8823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6C82D-4606-4216-8F51-2E74D9842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对于“维吾尔强迫劳动预防法”的反驳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05AB7-3560-48E4-811E-33F80247644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“劳动创造财富”是人类社会发展的基本规律，劳动权是人类社会的基本人权。新疆是中国经济社会发展相对落后的地区，通过“劳动改变生活”的任务十分迫切，完全符合人类社会公理道义，符合新疆经济社会发展实际，符合各族群众的强烈愿望</a:t>
            </a:r>
          </a:p>
        </p:txBody>
      </p:sp>
    </p:spTree>
    <p:extLst>
      <p:ext uri="{BB962C8B-B14F-4D97-AF65-F5344CB8AC3E}">
        <p14:creationId xmlns:p14="http://schemas.microsoft.com/office/powerpoint/2010/main" val="3120624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6C82D-4606-4216-8F51-2E74D9842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对于“维吾尔强迫劳动预防法”的反驳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05AB7-3560-48E4-811E-33F80247644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近年来探访新疆的学者和专家团深入到田间地头、工厂车间，目睹了新疆各族群众的劳动状况，对新疆的劳动保障政策纷纷点赞，形成了普遍共识。</a:t>
            </a:r>
          </a:p>
        </p:txBody>
      </p:sp>
    </p:spTree>
    <p:extLst>
      <p:ext uri="{BB962C8B-B14F-4D97-AF65-F5344CB8AC3E}">
        <p14:creationId xmlns:p14="http://schemas.microsoft.com/office/powerpoint/2010/main" val="281978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08456-4308-4E1B-8BCB-C2B1D590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感想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E730C-D6F0-4CC7-9EB5-606F0D4C7FE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美国称新疆地区存在强迫劳动与种族灭绝一事完全是一个谎言，新疆地区的发展大家有目共睹，新疆人民安居乐业都是真实能看到的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美方借涉疆问题造谣生事，打着人权的幌子，企图破坏新疆繁荣稳定，遏制中国发展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涉疆问题纯属中国内政，美国此举干涉了中国内政，是一个恶劣的行为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新疆的劳动就业保障政策符合中国宪法法律与国际劳工和人权标准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我们应该树立捍卫国家主权的意识，将来尽自己的力为国家做出一份贡献</a:t>
            </a:r>
          </a:p>
        </p:txBody>
      </p:sp>
    </p:spTree>
    <p:extLst>
      <p:ext uri="{BB962C8B-B14F-4D97-AF65-F5344CB8AC3E}">
        <p14:creationId xmlns:p14="http://schemas.microsoft.com/office/powerpoint/2010/main" val="239006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3C689-BCE8-4E2B-AA7D-B579D8C6D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新疆官方回应美国所谓“强迫劳动预防法”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FB6AB7-BED1-42E2-A63E-483D678AE6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76296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要事件">
  <a:themeElements>
    <a:clrScheme name="主要事件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主要事件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主要事件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594</Words>
  <Application>Microsoft Office PowerPoint</Application>
  <PresentationFormat>宽屏</PresentationFormat>
  <Paragraphs>18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Impact</vt:lpstr>
      <vt:lpstr>主要事件</vt:lpstr>
      <vt:lpstr>新疆官方回应美国所谓“强迫劳动预防法”</vt:lpstr>
      <vt:lpstr>事件主体</vt:lpstr>
      <vt:lpstr>新疆的道路</vt:lpstr>
      <vt:lpstr>对于“维吾尔强迫劳动预防法”的反驳</vt:lpstr>
      <vt:lpstr>对于“维吾尔强迫劳动预防法”的反驳</vt:lpstr>
      <vt:lpstr>对于“维吾尔强迫劳动预防法”的反驳</vt:lpstr>
      <vt:lpstr>感想</vt:lpstr>
      <vt:lpstr>新疆官方回应美国所谓“强迫劳动预防法”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新疆官方回应美国所谓“强迫劳动预防法”</dc:title>
  <dc:creator>13774333639@163.com</dc:creator>
  <cp:lastModifiedBy>13774333639@163.com</cp:lastModifiedBy>
  <cp:revision>1</cp:revision>
  <dcterms:created xsi:type="dcterms:W3CDTF">2021-12-26T07:52:05Z</dcterms:created>
  <dcterms:modified xsi:type="dcterms:W3CDTF">2021-12-26T08:16:47Z</dcterms:modified>
</cp:coreProperties>
</file>